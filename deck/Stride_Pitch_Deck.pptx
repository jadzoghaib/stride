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F1668F22-0D37-872C-D9EC-C26F6A666067}">
          <p14:sldIdLst>
            <p14:sldId id="256"/>
          </p14:sldIdLst>
        </p14:section>
        <p14:section name="Problem" id="{86C8EE97-CC35-E437-9F46-3B4BF893722F}">
          <p14:sldIdLst>
            <p14:sldId id="257"/>
            <p14:sldId id="258"/>
            <p14:sldId id="259"/>
            <p14:sldId id="260"/>
          </p14:sldIdLst>
        </p14:section>
        <p14:section name="Product" id="{22A029F0-DCC9-E892-1840-781D274C4430}">
          <p14:sldIdLst>
            <p14:sldId id="261"/>
            <p14:sldId id="262"/>
            <p14:sldId id="263"/>
            <p14:sldId id="264"/>
            <p14:sldId id="265"/>
          </p14:sldIdLst>
        </p14:section>
        <p14:section name="Market" id="{C16F0314-7E78-E273-8AE7-FCF91EE356C4}">
          <p14:sldIdLst>
            <p14:sldId id="266"/>
            <p14:sldId id="267"/>
            <p14:sldId id="268"/>
          </p14:sldIdLst>
        </p14:section>
        <p14:section name="Model" id="{4DB19A7E-5BAF-E293-4841-F3C21CB593FD}">
          <p14:sldIdLst>
            <p14:sldId id="269"/>
            <p14:sldId id="270"/>
            <p14:sldId id="271"/>
          </p14:sldIdLst>
        </p14:section>
        <p14:section name="Money" id="{50FF01C3-2B0B-0C4E-1EF9-6BF434B3E39F}">
          <p14:sldIdLst>
            <p14:sldId id="272"/>
            <p14:sldId id="273"/>
            <p14:sldId id="274"/>
          </p14:sldIdLst>
        </p14:section>
        <p14:section name="Appendix" id="{C936FCA9-55B1-B837-5A0A-8F5E442699C0}">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AF00"/>
    <a:srgbClr val="A884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8" d="100"/>
          <a:sy n="68" d="100"/>
        </p:scale>
        <p:origin x="592" y="1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ghaib, Jad" userId="4b197848-b2d3-4296-8b9e-c2ff8ab49a21" providerId="ADAL" clId="{B933D1F9-BD17-4F58-B525-49B5C068FF7F}"/>
    <pc:docChg chg="custSel modSld modSection">
      <pc:chgData name="Zoghaib, Jad" userId="4b197848-b2d3-4296-8b9e-c2ff8ab49a21" providerId="ADAL" clId="{B933D1F9-BD17-4F58-B525-49B5C068FF7F}" dt="2026-10-11T23:09:10.514" v="156" actId="14100"/>
      <pc:docMkLst>
        <pc:docMk/>
      </pc:docMkLst>
      <pc:sldChg chg="modSp mod">
        <pc:chgData name="Zoghaib, Jad" userId="4b197848-b2d3-4296-8b9e-c2ff8ab49a21" providerId="ADAL" clId="{B933D1F9-BD17-4F58-B525-49B5C068FF7F}" dt="2026-10-11T22:58:23.875" v="18" actId="1036"/>
        <pc:sldMkLst>
          <pc:docMk/>
          <pc:sldMk cId="0" sldId="259"/>
        </pc:sldMkLst>
        <pc:spChg chg="mod">
          <ac:chgData name="Zoghaib, Jad" userId="4b197848-b2d3-4296-8b9e-c2ff8ab49a21" providerId="ADAL" clId="{B933D1F9-BD17-4F58-B525-49B5C068FF7F}" dt="2026-10-11T22:58:23.875" v="18" actId="1036"/>
          <ac:spMkLst>
            <pc:docMk/>
            <pc:sldMk cId="0" sldId="259"/>
            <ac:spMk id="10" creationId="{00000000-0000-0000-0000-000000000000}"/>
          </ac:spMkLst>
        </pc:spChg>
        <pc:spChg chg="mod">
          <ac:chgData name="Zoghaib, Jad" userId="4b197848-b2d3-4296-8b9e-c2ff8ab49a21" providerId="ADAL" clId="{B933D1F9-BD17-4F58-B525-49B5C068FF7F}" dt="2026-10-11T22:58:23.875" v="18" actId="1036"/>
          <ac:spMkLst>
            <pc:docMk/>
            <pc:sldMk cId="0" sldId="259"/>
            <ac:spMk id="11" creationId="{00000000-0000-0000-0000-000000000000}"/>
          </ac:spMkLst>
        </pc:spChg>
        <pc:spChg chg="mod">
          <ac:chgData name="Zoghaib, Jad" userId="4b197848-b2d3-4296-8b9e-c2ff8ab49a21" providerId="ADAL" clId="{B933D1F9-BD17-4F58-B525-49B5C068FF7F}" dt="2026-10-11T22:58:23.875" v="18" actId="1036"/>
          <ac:spMkLst>
            <pc:docMk/>
            <pc:sldMk cId="0" sldId="259"/>
            <ac:spMk id="12" creationId="{00000000-0000-0000-0000-000000000000}"/>
          </ac:spMkLst>
        </pc:spChg>
        <pc:spChg chg="mod">
          <ac:chgData name="Zoghaib, Jad" userId="4b197848-b2d3-4296-8b9e-c2ff8ab49a21" providerId="ADAL" clId="{B933D1F9-BD17-4F58-B525-49B5C068FF7F}" dt="2026-10-11T22:58:23.875" v="18" actId="1036"/>
          <ac:spMkLst>
            <pc:docMk/>
            <pc:sldMk cId="0" sldId="259"/>
            <ac:spMk id="13" creationId="{00000000-0000-0000-0000-000000000000}"/>
          </ac:spMkLst>
        </pc:spChg>
        <pc:spChg chg="mod">
          <ac:chgData name="Zoghaib, Jad" userId="4b197848-b2d3-4296-8b9e-c2ff8ab49a21" providerId="ADAL" clId="{B933D1F9-BD17-4F58-B525-49B5C068FF7F}" dt="2026-10-11T22:58:23.875" v="18" actId="1036"/>
          <ac:spMkLst>
            <pc:docMk/>
            <pc:sldMk cId="0" sldId="259"/>
            <ac:spMk id="14" creationId="{00000000-0000-0000-0000-000000000000}"/>
          </ac:spMkLst>
        </pc:spChg>
        <pc:spChg chg="mod">
          <ac:chgData name="Zoghaib, Jad" userId="4b197848-b2d3-4296-8b9e-c2ff8ab49a21" providerId="ADAL" clId="{B933D1F9-BD17-4F58-B525-49B5C068FF7F}" dt="2026-10-11T22:58:23.875" v="18" actId="1036"/>
          <ac:spMkLst>
            <pc:docMk/>
            <pc:sldMk cId="0" sldId="259"/>
            <ac:spMk id="15" creationId="{00000000-0000-0000-0000-000000000000}"/>
          </ac:spMkLst>
        </pc:spChg>
        <pc:spChg chg="mod">
          <ac:chgData name="Zoghaib, Jad" userId="4b197848-b2d3-4296-8b9e-c2ff8ab49a21" providerId="ADAL" clId="{B933D1F9-BD17-4F58-B525-49B5C068FF7F}" dt="2026-10-11T22:58:23.875" v="18" actId="1036"/>
          <ac:spMkLst>
            <pc:docMk/>
            <pc:sldMk cId="0" sldId="259"/>
            <ac:spMk id="17" creationId="{00000000-0000-0000-0000-000000000000}"/>
          </ac:spMkLst>
        </pc:spChg>
        <pc:spChg chg="mod">
          <ac:chgData name="Zoghaib, Jad" userId="4b197848-b2d3-4296-8b9e-c2ff8ab49a21" providerId="ADAL" clId="{B933D1F9-BD17-4F58-B525-49B5C068FF7F}" dt="2026-10-11T22:58:23.875" v="18" actId="1036"/>
          <ac:spMkLst>
            <pc:docMk/>
            <pc:sldMk cId="0" sldId="259"/>
            <ac:spMk id="18" creationId="{00000000-0000-0000-0000-000000000000}"/>
          </ac:spMkLst>
        </pc:spChg>
      </pc:sldChg>
      <pc:sldChg chg="addSp delSp modSp mod">
        <pc:chgData name="Zoghaib, Jad" userId="4b197848-b2d3-4296-8b9e-c2ff8ab49a21" providerId="ADAL" clId="{B933D1F9-BD17-4F58-B525-49B5C068FF7F}" dt="2026-10-11T23:09:10.514" v="156" actId="14100"/>
        <pc:sldMkLst>
          <pc:docMk/>
          <pc:sldMk cId="0" sldId="263"/>
        </pc:sldMkLst>
        <pc:picChg chg="del mod">
          <ac:chgData name="Zoghaib, Jad" userId="4b197848-b2d3-4296-8b9e-c2ff8ab49a21" providerId="ADAL" clId="{B933D1F9-BD17-4F58-B525-49B5C068FF7F}" dt="2026-10-11T23:09:04.727" v="142" actId="478"/>
          <ac:picMkLst>
            <pc:docMk/>
            <pc:sldMk cId="0" sldId="263"/>
            <ac:picMk id="17" creationId="{00000000-0000-0000-0000-000000000000}"/>
          </ac:picMkLst>
        </pc:picChg>
        <pc:picChg chg="add mod">
          <ac:chgData name="Zoghaib, Jad" userId="4b197848-b2d3-4296-8b9e-c2ff8ab49a21" providerId="ADAL" clId="{B933D1F9-BD17-4F58-B525-49B5C068FF7F}" dt="2026-10-11T23:09:10.514" v="156" actId="14100"/>
          <ac:picMkLst>
            <pc:docMk/>
            <pc:sldMk cId="0" sldId="263"/>
            <ac:picMk id="20" creationId="{AFD7C2E5-68B8-18D0-4B41-0133556E7EF6}"/>
          </ac:picMkLst>
        </pc:picChg>
      </pc:sldChg>
      <pc:sldChg chg="delSp modSp mod">
        <pc:chgData name="Zoghaib, Jad" userId="4b197848-b2d3-4296-8b9e-c2ff8ab49a21" providerId="ADAL" clId="{B933D1F9-BD17-4F58-B525-49B5C068FF7F}" dt="2026-10-11T22:59:17.854" v="30" actId="478"/>
        <pc:sldMkLst>
          <pc:docMk/>
          <pc:sldMk cId="0" sldId="266"/>
        </pc:sldMkLst>
        <pc:spChg chg="mod">
          <ac:chgData name="Zoghaib, Jad" userId="4b197848-b2d3-4296-8b9e-c2ff8ab49a21" providerId="ADAL" clId="{B933D1F9-BD17-4F58-B525-49B5C068FF7F}" dt="2026-10-11T22:59:14.278" v="29" actId="1036"/>
          <ac:spMkLst>
            <pc:docMk/>
            <pc:sldMk cId="0" sldId="266"/>
            <ac:spMk id="5" creationId="{00000000-0000-0000-0000-000000000000}"/>
          </ac:spMkLst>
        </pc:spChg>
        <pc:spChg chg="mod">
          <ac:chgData name="Zoghaib, Jad" userId="4b197848-b2d3-4296-8b9e-c2ff8ab49a21" providerId="ADAL" clId="{B933D1F9-BD17-4F58-B525-49B5C068FF7F}" dt="2026-10-11T22:59:14.278" v="29" actId="1036"/>
          <ac:spMkLst>
            <pc:docMk/>
            <pc:sldMk cId="0" sldId="266"/>
            <ac:spMk id="8" creationId="{00000000-0000-0000-0000-000000000000}"/>
          </ac:spMkLst>
        </pc:spChg>
        <pc:spChg chg="mod">
          <ac:chgData name="Zoghaib, Jad" userId="4b197848-b2d3-4296-8b9e-c2ff8ab49a21" providerId="ADAL" clId="{B933D1F9-BD17-4F58-B525-49B5C068FF7F}" dt="2026-10-11T22:59:14.278" v="29" actId="1036"/>
          <ac:spMkLst>
            <pc:docMk/>
            <pc:sldMk cId="0" sldId="266"/>
            <ac:spMk id="11" creationId="{00000000-0000-0000-0000-000000000000}"/>
          </ac:spMkLst>
        </pc:spChg>
        <pc:spChg chg="mod">
          <ac:chgData name="Zoghaib, Jad" userId="4b197848-b2d3-4296-8b9e-c2ff8ab49a21" providerId="ADAL" clId="{B933D1F9-BD17-4F58-B525-49B5C068FF7F}" dt="2026-10-11T22:59:14.278" v="29" actId="1036"/>
          <ac:spMkLst>
            <pc:docMk/>
            <pc:sldMk cId="0" sldId="266"/>
            <ac:spMk id="14" creationId="{00000000-0000-0000-0000-000000000000}"/>
          </ac:spMkLst>
        </pc:spChg>
        <pc:spChg chg="mod">
          <ac:chgData name="Zoghaib, Jad" userId="4b197848-b2d3-4296-8b9e-c2ff8ab49a21" providerId="ADAL" clId="{B933D1F9-BD17-4F58-B525-49B5C068FF7F}" dt="2026-10-11T22:59:14.278" v="29" actId="1036"/>
          <ac:spMkLst>
            <pc:docMk/>
            <pc:sldMk cId="0" sldId="266"/>
            <ac:spMk id="17" creationId="{00000000-0000-0000-0000-000000000000}"/>
          </ac:spMkLst>
        </pc:spChg>
        <pc:spChg chg="del">
          <ac:chgData name="Zoghaib, Jad" userId="4b197848-b2d3-4296-8b9e-c2ff8ab49a21" providerId="ADAL" clId="{B933D1F9-BD17-4F58-B525-49B5C068FF7F}" dt="2026-10-11T22:59:17.854" v="30" actId="478"/>
          <ac:spMkLst>
            <pc:docMk/>
            <pc:sldMk cId="0" sldId="266"/>
            <ac:spMk id="28" creationId="{00000000-0000-0000-0000-000000000000}"/>
          </ac:spMkLst>
        </pc:spChg>
      </pc:sldChg>
      <pc:sldChg chg="delSp modSp mod">
        <pc:chgData name="Zoghaib, Jad" userId="4b197848-b2d3-4296-8b9e-c2ff8ab49a21" providerId="ADAL" clId="{B933D1F9-BD17-4F58-B525-49B5C068FF7F}" dt="2026-10-11T23:00:55.632" v="43" actId="27918"/>
        <pc:sldMkLst>
          <pc:docMk/>
          <pc:sldMk cId="0" sldId="269"/>
        </pc:sldMkLst>
        <pc:spChg chg="del">
          <ac:chgData name="Zoghaib, Jad" userId="4b197848-b2d3-4296-8b9e-c2ff8ab49a21" providerId="ADAL" clId="{B933D1F9-BD17-4F58-B525-49B5C068FF7F}" dt="2026-10-11T22:59:35.715" v="32" actId="478"/>
          <ac:spMkLst>
            <pc:docMk/>
            <pc:sldMk cId="0" sldId="269"/>
            <ac:spMk id="15" creationId="{00000000-0000-0000-0000-000000000000}"/>
          </ac:spMkLst>
        </pc:spChg>
        <pc:graphicFrameChg chg="mod">
          <ac:chgData name="Zoghaib, Jad" userId="4b197848-b2d3-4296-8b9e-c2ff8ab49a21" providerId="ADAL" clId="{B933D1F9-BD17-4F58-B525-49B5C068FF7F}" dt="2026-10-11T23:00:51.166" v="40"/>
          <ac:graphicFrameMkLst>
            <pc:docMk/>
            <pc:sldMk cId="0" sldId="269"/>
            <ac:graphicFrameMk id="4" creationId="{00000000-0000-0000-0000-000000000000}"/>
          </ac:graphicFrameMkLst>
        </pc:graphicFrameChg>
      </pc:sldChg>
      <pc:sldChg chg="addSp delSp modSp mod">
        <pc:chgData name="Zoghaib, Jad" userId="4b197848-b2d3-4296-8b9e-c2ff8ab49a21" providerId="ADAL" clId="{B933D1F9-BD17-4F58-B525-49B5C068FF7F}" dt="2026-10-11T23:02:00.756" v="85" actId="1036"/>
        <pc:sldMkLst>
          <pc:docMk/>
          <pc:sldMk cId="0" sldId="271"/>
        </pc:sldMkLst>
        <pc:spChg chg="mod">
          <ac:chgData name="Zoghaib, Jad" userId="4b197848-b2d3-4296-8b9e-c2ff8ab49a21" providerId="ADAL" clId="{B933D1F9-BD17-4F58-B525-49B5C068FF7F}" dt="2026-10-11T23:01:54.306" v="65" actId="164"/>
          <ac:spMkLst>
            <pc:docMk/>
            <pc:sldMk cId="0" sldId="271"/>
            <ac:spMk id="5" creationId="{00000000-0000-0000-0000-000000000000}"/>
          </ac:spMkLst>
        </pc:spChg>
        <pc:spChg chg="mod">
          <ac:chgData name="Zoghaib, Jad" userId="4b197848-b2d3-4296-8b9e-c2ff8ab49a21" providerId="ADAL" clId="{B933D1F9-BD17-4F58-B525-49B5C068FF7F}" dt="2026-10-11T23:01:54.306" v="65" actId="164"/>
          <ac:spMkLst>
            <pc:docMk/>
            <pc:sldMk cId="0" sldId="271"/>
            <ac:spMk id="6" creationId="{00000000-0000-0000-0000-000000000000}"/>
          </ac:spMkLst>
        </pc:spChg>
        <pc:spChg chg="mod">
          <ac:chgData name="Zoghaib, Jad" userId="4b197848-b2d3-4296-8b9e-c2ff8ab49a21" providerId="ADAL" clId="{B933D1F9-BD17-4F58-B525-49B5C068FF7F}" dt="2026-10-11T23:01:54.306" v="65" actId="164"/>
          <ac:spMkLst>
            <pc:docMk/>
            <pc:sldMk cId="0" sldId="271"/>
            <ac:spMk id="8" creationId="{00000000-0000-0000-0000-000000000000}"/>
          </ac:spMkLst>
        </pc:spChg>
        <pc:spChg chg="mod">
          <ac:chgData name="Zoghaib, Jad" userId="4b197848-b2d3-4296-8b9e-c2ff8ab49a21" providerId="ADAL" clId="{B933D1F9-BD17-4F58-B525-49B5C068FF7F}" dt="2026-10-11T23:01:54.306" v="65" actId="164"/>
          <ac:spMkLst>
            <pc:docMk/>
            <pc:sldMk cId="0" sldId="271"/>
            <ac:spMk id="10" creationId="{00000000-0000-0000-0000-000000000000}"/>
          </ac:spMkLst>
        </pc:spChg>
        <pc:spChg chg="mod">
          <ac:chgData name="Zoghaib, Jad" userId="4b197848-b2d3-4296-8b9e-c2ff8ab49a21" providerId="ADAL" clId="{B933D1F9-BD17-4F58-B525-49B5C068FF7F}" dt="2026-10-11T23:01:54.306" v="65" actId="164"/>
          <ac:spMkLst>
            <pc:docMk/>
            <pc:sldMk cId="0" sldId="271"/>
            <ac:spMk id="12" creationId="{00000000-0000-0000-0000-000000000000}"/>
          </ac:spMkLst>
        </pc:spChg>
        <pc:spChg chg="mod">
          <ac:chgData name="Zoghaib, Jad" userId="4b197848-b2d3-4296-8b9e-c2ff8ab49a21" providerId="ADAL" clId="{B933D1F9-BD17-4F58-B525-49B5C068FF7F}" dt="2026-10-11T23:01:54.306" v="65" actId="164"/>
          <ac:spMkLst>
            <pc:docMk/>
            <pc:sldMk cId="0" sldId="271"/>
            <ac:spMk id="14" creationId="{00000000-0000-0000-0000-000000000000}"/>
          </ac:spMkLst>
        </pc:spChg>
        <pc:spChg chg="mod">
          <ac:chgData name="Zoghaib, Jad" userId="4b197848-b2d3-4296-8b9e-c2ff8ab49a21" providerId="ADAL" clId="{B933D1F9-BD17-4F58-B525-49B5C068FF7F}" dt="2026-10-11T23:01:54.306" v="65" actId="164"/>
          <ac:spMkLst>
            <pc:docMk/>
            <pc:sldMk cId="0" sldId="271"/>
            <ac:spMk id="15" creationId="{00000000-0000-0000-0000-000000000000}"/>
          </ac:spMkLst>
        </pc:spChg>
        <pc:spChg chg="mod">
          <ac:chgData name="Zoghaib, Jad" userId="4b197848-b2d3-4296-8b9e-c2ff8ab49a21" providerId="ADAL" clId="{B933D1F9-BD17-4F58-B525-49B5C068FF7F}" dt="2026-10-11T23:01:54.306" v="65" actId="164"/>
          <ac:spMkLst>
            <pc:docMk/>
            <pc:sldMk cId="0" sldId="271"/>
            <ac:spMk id="16" creationId="{00000000-0000-0000-0000-000000000000}"/>
          </ac:spMkLst>
        </pc:spChg>
        <pc:spChg chg="mod">
          <ac:chgData name="Zoghaib, Jad" userId="4b197848-b2d3-4296-8b9e-c2ff8ab49a21" providerId="ADAL" clId="{B933D1F9-BD17-4F58-B525-49B5C068FF7F}" dt="2026-10-11T23:01:54.306" v="65" actId="164"/>
          <ac:spMkLst>
            <pc:docMk/>
            <pc:sldMk cId="0" sldId="271"/>
            <ac:spMk id="19" creationId="{00000000-0000-0000-0000-000000000000}"/>
          </ac:spMkLst>
        </pc:spChg>
        <pc:spChg chg="mod">
          <ac:chgData name="Zoghaib, Jad" userId="4b197848-b2d3-4296-8b9e-c2ff8ab49a21" providerId="ADAL" clId="{B933D1F9-BD17-4F58-B525-49B5C068FF7F}" dt="2026-10-11T23:01:54.306" v="65" actId="164"/>
          <ac:spMkLst>
            <pc:docMk/>
            <pc:sldMk cId="0" sldId="271"/>
            <ac:spMk id="23" creationId="{00000000-0000-0000-0000-000000000000}"/>
          </ac:spMkLst>
        </pc:spChg>
        <pc:spChg chg="mod">
          <ac:chgData name="Zoghaib, Jad" userId="4b197848-b2d3-4296-8b9e-c2ff8ab49a21" providerId="ADAL" clId="{B933D1F9-BD17-4F58-B525-49B5C068FF7F}" dt="2026-10-11T23:02:00.756" v="85" actId="1036"/>
          <ac:spMkLst>
            <pc:docMk/>
            <pc:sldMk cId="0" sldId="271"/>
            <ac:spMk id="26" creationId="{00000000-0000-0000-0000-000000000000}"/>
          </ac:spMkLst>
        </pc:spChg>
        <pc:spChg chg="del">
          <ac:chgData name="Zoghaib, Jad" userId="4b197848-b2d3-4296-8b9e-c2ff8ab49a21" providerId="ADAL" clId="{B933D1F9-BD17-4F58-B525-49B5C068FF7F}" dt="2026-10-11T23:01:45.623" v="44" actId="478"/>
          <ac:spMkLst>
            <pc:docMk/>
            <pc:sldMk cId="0" sldId="271"/>
            <ac:spMk id="27" creationId="{00000000-0000-0000-0000-000000000000}"/>
          </ac:spMkLst>
        </pc:spChg>
        <pc:spChg chg="del">
          <ac:chgData name="Zoghaib, Jad" userId="4b197848-b2d3-4296-8b9e-c2ff8ab49a21" providerId="ADAL" clId="{B933D1F9-BD17-4F58-B525-49B5C068FF7F}" dt="2026-10-11T23:01:45.623" v="44" actId="478"/>
          <ac:spMkLst>
            <pc:docMk/>
            <pc:sldMk cId="0" sldId="271"/>
            <ac:spMk id="28" creationId="{00000000-0000-0000-0000-000000000000}"/>
          </ac:spMkLst>
        </pc:spChg>
        <pc:spChg chg="del">
          <ac:chgData name="Zoghaib, Jad" userId="4b197848-b2d3-4296-8b9e-c2ff8ab49a21" providerId="ADAL" clId="{B933D1F9-BD17-4F58-B525-49B5C068FF7F}" dt="2026-10-11T23:01:45.623" v="44" actId="478"/>
          <ac:spMkLst>
            <pc:docMk/>
            <pc:sldMk cId="0" sldId="271"/>
            <ac:spMk id="29" creationId="{00000000-0000-0000-0000-000000000000}"/>
          </ac:spMkLst>
        </pc:spChg>
        <pc:grpChg chg="mod">
          <ac:chgData name="Zoghaib, Jad" userId="4b197848-b2d3-4296-8b9e-c2ff8ab49a21" providerId="ADAL" clId="{B933D1F9-BD17-4F58-B525-49B5C068FF7F}" dt="2026-10-11T23:01:57.696" v="66" actId="14100"/>
          <ac:grpSpMkLst>
            <pc:docMk/>
            <pc:sldMk cId="0" sldId="271"/>
            <ac:grpSpMk id="31" creationId="{294DF88F-7EF9-089C-888E-4CE131B19302}"/>
          </ac:grpSpMkLst>
        </pc:grpChg>
      </pc:sldChg>
      <pc:sldChg chg="modSp mod">
        <pc:chgData name="Zoghaib, Jad" userId="4b197848-b2d3-4296-8b9e-c2ff8ab49a21" providerId="ADAL" clId="{B933D1F9-BD17-4F58-B525-49B5C068FF7F}" dt="2026-10-11T23:02:09.604" v="101" actId="1036"/>
        <pc:sldMkLst>
          <pc:docMk/>
          <pc:sldMk cId="0" sldId="272"/>
        </pc:sldMkLst>
        <pc:spChg chg="mod">
          <ac:chgData name="Zoghaib, Jad" userId="4b197848-b2d3-4296-8b9e-c2ff8ab49a21" providerId="ADAL" clId="{B933D1F9-BD17-4F58-B525-49B5C068FF7F}" dt="2026-10-11T23:02:09.604" v="101" actId="1036"/>
          <ac:spMkLst>
            <pc:docMk/>
            <pc:sldMk cId="0" sldId="272"/>
            <ac:spMk id="13" creationId="{00000000-0000-0000-0000-000000000000}"/>
          </ac:spMkLst>
        </pc:spChg>
      </pc:sldChg>
      <pc:sldChg chg="modSp mod">
        <pc:chgData name="Zoghaib, Jad" userId="4b197848-b2d3-4296-8b9e-c2ff8ab49a21" providerId="ADAL" clId="{B933D1F9-BD17-4F58-B525-49B5C068FF7F}" dt="2026-10-11T23:02:16.801" v="117" actId="1036"/>
        <pc:sldMkLst>
          <pc:docMk/>
          <pc:sldMk cId="0" sldId="273"/>
        </pc:sldMkLst>
        <pc:spChg chg="mod">
          <ac:chgData name="Zoghaib, Jad" userId="4b197848-b2d3-4296-8b9e-c2ff8ab49a21" providerId="ADAL" clId="{B933D1F9-BD17-4F58-B525-49B5C068FF7F}" dt="2026-10-11T23:02:16.801" v="117" actId="1036"/>
          <ac:spMkLst>
            <pc:docMk/>
            <pc:sldMk cId="0" sldId="273"/>
            <ac:spMk id="19" creationId="{00000000-0000-0000-0000-000000000000}"/>
          </ac:spMkLst>
        </pc:spChg>
      </pc:sldChg>
      <pc:sldChg chg="delSp modSp mod">
        <pc:chgData name="Zoghaib, Jad" userId="4b197848-b2d3-4296-8b9e-c2ff8ab49a21" providerId="ADAL" clId="{B933D1F9-BD17-4F58-B525-49B5C068FF7F}" dt="2026-10-11T23:03:41.720" v="133" actId="403"/>
        <pc:sldMkLst>
          <pc:docMk/>
          <pc:sldMk cId="0" sldId="275"/>
        </pc:sldMkLst>
        <pc:spChg chg="mod">
          <ac:chgData name="Zoghaib, Jad" userId="4b197848-b2d3-4296-8b9e-c2ff8ab49a21" providerId="ADAL" clId="{B933D1F9-BD17-4F58-B525-49B5C068FF7F}" dt="2026-10-11T23:03:41.720" v="133" actId="403"/>
          <ac:spMkLst>
            <pc:docMk/>
            <pc:sldMk cId="0" sldId="275"/>
            <ac:spMk id="2" creationId="{00000000-0000-0000-0000-000000000000}"/>
          </ac:spMkLst>
        </pc:spChg>
        <pc:spChg chg="del">
          <ac:chgData name="Zoghaib, Jad" userId="4b197848-b2d3-4296-8b9e-c2ff8ab49a21" providerId="ADAL" clId="{B933D1F9-BD17-4F58-B525-49B5C068FF7F}" dt="2026-10-11T23:03:31.150" v="118" actId="478"/>
          <ac:spMkLst>
            <pc:docMk/>
            <pc:sldMk cId="0" sldId="275"/>
            <ac:spMk id="3" creationId="{00000000-0000-0000-0000-000000000000}"/>
          </ac:spMkLst>
        </pc:spChg>
        <pc:spChg chg="del">
          <ac:chgData name="Zoghaib, Jad" userId="4b197848-b2d3-4296-8b9e-c2ff8ab49a21" providerId="ADAL" clId="{B933D1F9-BD17-4F58-B525-49B5C068FF7F}" dt="2026-10-11T23:03:31.150" v="118" actId="478"/>
          <ac:spMkLst>
            <pc:docMk/>
            <pc:sldMk cId="0" sldId="275"/>
            <ac:spMk id="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9.2229943395629774E-2"/>
          <c:y val="2.7210884353741503E-2"/>
          <c:w val="0.90274997628308506"/>
          <c:h val="0.84495130073026581"/>
        </c:manualLayout>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1724-487A-9CC3-8B7CDF9B22C8}"/>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1724-487A-9CC3-8B7CDF9B22C8}"/>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1724-487A-9CC3-8B7CDF9B22C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3F01-499D-8FD0-27A35B0225E7}"/>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3F01-499D-8FD0-27A35B0225E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BB0D-441C-8AED-E41F5DCD240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5098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pays him.
I want to be precise, because the easy version of this is a big zero and it would not be true. He gets given things. Gear, product, the odd paid post. What none of it has is a price, a contract, or any reason to arrive a second time.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does your sport actually pay you.
I want to be careful here, because the easy version of this slide is a big zero and it would not be true. They do get things. Gear, product, the occasional paid post, prize money now and then. A national champion is given plenty.
What none of it has is a rate, a contract, or any reason at all to expect it a second time. Nobody is buying anything. They are being given things, and you cannot build a career, or a business, on being given things.
One of the five does have a proper sponsor, and he did not get it as a rugby league player. It arrived some other way, and no part of it came through the sport.
And read the quote, because it is the finding that matters most: they do not build an audience, because there is no return on building one. That is not a complaint about money.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113,000 euros of cash, two thirds of it available as a non-dilutive ENISA loan. One salary, mine, plus an anchor athlete on equity rather than cash.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PAYS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 rate</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He is given things. Gear, product, the occasional paid post. None of it carries a price, a contract, or any reason to arrive a second time.</a:t>
            </a:r>
            <a:endParaRPr lang="en-US" sz="1300" dirty="0"/>
          </a:p>
        </p:txBody>
      </p:sp>
      <p:sp>
        <p:nvSpPr>
          <p:cNvPr id="17" name="Shape 15"/>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18" name="Text 16"/>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19" name="Text 17"/>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658368" y="841248"/>
            <a:ext cx="1097280" cy="914400"/>
          </a:xfrm>
          <a:prstGeom prst="rect">
            <a:avLst/>
          </a:prstGeom>
          <a:noFill/>
          <a:ln/>
        </p:spPr>
        <p:txBody>
          <a:bodyPr wrap="square" lIns="0" tIns="0" rIns="0" bIns="0" rtlCol="0" anchor="t"/>
          <a:lstStyle/>
          <a:p>
            <a:pPr marL="0" indent="0">
              <a:buNone/>
            </a:pPr>
            <a:r>
              <a:rPr lang="en-US" sz="8600" dirty="0">
                <a:solidFill>
                  <a:srgbClr val="262C35"/>
                </a:solidFill>
                <a:latin typeface="Barlow Condensed" pitchFamily="34" charset="0"/>
                <a:ea typeface="Barlow Condensed" pitchFamily="34" charset="-122"/>
                <a:cs typeface="Barlow Condensed" pitchFamily="34" charset="-120"/>
              </a:rPr>
              <a:t>“</a:t>
            </a:r>
            <a:endParaRPr lang="en-US" sz="8600" dirty="0"/>
          </a:p>
        </p:txBody>
      </p:sp>
      <p:sp>
        <p:nvSpPr>
          <p:cNvPr id="4" name="Text 2"/>
          <p:cNvSpPr txBox="1"/>
          <p:nvPr/>
        </p:nvSpPr>
        <p:spPr>
          <a:xfrm>
            <a:off x="713232" y="1481328"/>
            <a:ext cx="6583680" cy="1920240"/>
          </a:xfrm>
          <a:prstGeom prst="rect">
            <a:avLst/>
          </a:prstGeom>
          <a:noFill/>
          <a:ln/>
        </p:spPr>
        <p:txBody>
          <a:bodyPr wrap="square" lIns="0" tIns="0" rIns="0" bIns="0" rtlCol="0" anchor="t"/>
          <a:lstStyle/>
          <a:p>
            <a:pPr marL="0" indent="0">
              <a:lnSpc>
                <a:spcPts val="3600"/>
              </a:lnSpc>
              <a:buNone/>
            </a:pPr>
            <a:r>
              <a:rPr lang="en-US" sz="3200" dirty="0">
                <a:solidFill>
                  <a:srgbClr val="F2F4F7"/>
                </a:solidFill>
                <a:latin typeface="Barlow Condensed" pitchFamily="34" charset="0"/>
                <a:ea typeface="Barlow Condensed" pitchFamily="34" charset="-122"/>
                <a:cs typeface="Barlow Condensed" pitchFamily="34" charset="-120"/>
              </a:rPr>
              <a:t>People are not going to invest in social media and building followers if the return is minimal</a:t>
            </a:r>
            <a:endParaRPr lang="en-US" sz="3200" dirty="0"/>
          </a:p>
        </p:txBody>
      </p:sp>
      <p:sp>
        <p:nvSpPr>
          <p:cNvPr id="5" name="Shape 3"/>
          <p:cNvSpPr/>
          <p:nvPr/>
        </p:nvSpPr>
        <p:spPr>
          <a:xfrm>
            <a:off x="713232" y="35112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675888"/>
            <a:ext cx="640080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One of the five. Rugby league players competing in Spain and Lebanon, and top-ranked Lebanese CrossFit athletes</a:t>
            </a:r>
            <a:endParaRPr lang="en-US" sz="1250" dirty="0"/>
          </a:p>
        </p:txBody>
      </p:sp>
      <p:sp>
        <p:nvSpPr>
          <p:cNvPr id="7" name="Shape 5"/>
          <p:cNvSpPr/>
          <p:nvPr/>
        </p:nvSpPr>
        <p:spPr>
          <a:xfrm>
            <a:off x="7589520" y="1188720"/>
            <a:ext cx="3888943" cy="3108960"/>
          </a:xfrm>
          <a:prstGeom prst="roundRect">
            <a:avLst>
              <a:gd name="adj" fmla="val 1176"/>
            </a:avLst>
          </a:prstGeom>
          <a:solidFill>
            <a:srgbClr val="171A20"/>
          </a:solidFill>
          <a:ln w="9525">
            <a:solidFill>
              <a:srgbClr val="262C35"/>
            </a:solidFill>
            <a:prstDash val="solid"/>
          </a:ln>
        </p:spPr>
      </p:sp>
      <p:sp>
        <p:nvSpPr>
          <p:cNvPr id="8" name="Text 6"/>
          <p:cNvSpPr txBox="1"/>
          <p:nvPr/>
        </p:nvSpPr>
        <p:spPr>
          <a:xfrm>
            <a:off x="7845552" y="1389888"/>
            <a:ext cx="338328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THEY DO GET</a:t>
            </a:r>
            <a:endParaRPr lang="en-US" sz="1200" dirty="0"/>
          </a:p>
        </p:txBody>
      </p:sp>
      <p:sp>
        <p:nvSpPr>
          <p:cNvPr id="9" name="Shape 7"/>
          <p:cNvSpPr/>
          <p:nvPr/>
        </p:nvSpPr>
        <p:spPr>
          <a:xfrm>
            <a:off x="7845552" y="1851660"/>
            <a:ext cx="128016" cy="27432"/>
          </a:xfrm>
          <a:prstGeom prst="rect">
            <a:avLst/>
          </a:prstGeom>
          <a:solidFill>
            <a:srgbClr val="FFB020"/>
          </a:solidFill>
          <a:ln w="12700">
            <a:solidFill>
              <a:srgbClr val="333333"/>
            </a:solidFill>
            <a:prstDash val="solid"/>
          </a:ln>
        </p:spPr>
      </p:sp>
      <p:sp>
        <p:nvSpPr>
          <p:cNvPr id="10" name="Text 8"/>
          <p:cNvSpPr txBox="1"/>
          <p:nvPr/>
        </p:nvSpPr>
        <p:spPr>
          <a:xfrm>
            <a:off x="8119872" y="175564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Gear and product</a:t>
            </a:r>
            <a:endParaRPr lang="en-US" sz="1350" dirty="0"/>
          </a:p>
        </p:txBody>
      </p:sp>
      <p:sp>
        <p:nvSpPr>
          <p:cNvPr id="11" name="Shape 9"/>
          <p:cNvSpPr/>
          <p:nvPr/>
        </p:nvSpPr>
        <p:spPr>
          <a:xfrm>
            <a:off x="7845552" y="2217420"/>
            <a:ext cx="128016" cy="27432"/>
          </a:xfrm>
          <a:prstGeom prst="rect">
            <a:avLst/>
          </a:prstGeom>
          <a:solidFill>
            <a:srgbClr val="FFB020"/>
          </a:solidFill>
          <a:ln w="12700">
            <a:solidFill>
              <a:srgbClr val="333333"/>
            </a:solidFill>
            <a:prstDash val="solid"/>
          </a:ln>
        </p:spPr>
      </p:sp>
      <p:sp>
        <p:nvSpPr>
          <p:cNvPr id="12" name="Text 10"/>
          <p:cNvSpPr txBox="1"/>
          <p:nvPr/>
        </p:nvSpPr>
        <p:spPr>
          <a:xfrm>
            <a:off x="8119872" y="212140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The occasional paid post</a:t>
            </a:r>
            <a:endParaRPr lang="en-US" sz="1350" dirty="0"/>
          </a:p>
        </p:txBody>
      </p:sp>
      <p:sp>
        <p:nvSpPr>
          <p:cNvPr id="13" name="Shape 11"/>
          <p:cNvSpPr/>
          <p:nvPr/>
        </p:nvSpPr>
        <p:spPr>
          <a:xfrm>
            <a:off x="7845552" y="2583180"/>
            <a:ext cx="128016" cy="27432"/>
          </a:xfrm>
          <a:prstGeom prst="rect">
            <a:avLst/>
          </a:prstGeom>
          <a:solidFill>
            <a:srgbClr val="FFB020"/>
          </a:solidFill>
          <a:ln w="12700">
            <a:solidFill>
              <a:srgbClr val="333333"/>
            </a:solidFill>
            <a:prstDash val="solid"/>
          </a:ln>
        </p:spPr>
      </p:sp>
      <p:sp>
        <p:nvSpPr>
          <p:cNvPr id="14" name="Text 12"/>
          <p:cNvSpPr txBox="1"/>
          <p:nvPr/>
        </p:nvSpPr>
        <p:spPr>
          <a:xfrm>
            <a:off x="8119872" y="248716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Prize money, sometimes</a:t>
            </a:r>
            <a:endParaRPr lang="en-US" sz="1350" dirty="0"/>
          </a:p>
        </p:txBody>
      </p:sp>
      <p:sp>
        <p:nvSpPr>
          <p:cNvPr id="15" name="Shape 13"/>
          <p:cNvSpPr/>
          <p:nvPr/>
        </p:nvSpPr>
        <p:spPr>
          <a:xfrm>
            <a:off x="7845552" y="2980944"/>
            <a:ext cx="3383280" cy="12802"/>
          </a:xfrm>
          <a:prstGeom prst="rect">
            <a:avLst/>
          </a:prstGeom>
          <a:solidFill>
            <a:srgbClr val="262C35"/>
          </a:solidFill>
          <a:ln w="12700">
            <a:solidFill>
              <a:srgbClr val="333333"/>
            </a:solidFill>
            <a:prstDash val="solid"/>
          </a:ln>
        </p:spPr>
      </p:sp>
      <p:sp>
        <p:nvSpPr>
          <p:cNvPr id="16" name="Text 14"/>
          <p:cNvSpPr txBox="1"/>
          <p:nvPr/>
        </p:nvSpPr>
        <p:spPr>
          <a:xfrm>
            <a:off x="7845552" y="3145536"/>
            <a:ext cx="3383280" cy="9144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Real value, and not one euro of it carrying a rate, a contract, or any reason to expect it a second time. One of the five does have a sponsor, and it did not come through his sport.</a:t>
            </a:r>
            <a:endParaRPr lang="en-US" sz="1250" dirty="0"/>
          </a:p>
        </p:txBody>
      </p:sp>
      <p:sp>
        <p:nvSpPr>
          <p:cNvPr id="17" name="Shape 15"/>
          <p:cNvSpPr/>
          <p:nvPr/>
        </p:nvSpPr>
        <p:spPr>
          <a:xfrm>
            <a:off x="713232" y="4846320"/>
            <a:ext cx="5245456" cy="12802"/>
          </a:xfrm>
          <a:prstGeom prst="rect">
            <a:avLst/>
          </a:prstGeom>
          <a:solidFill>
            <a:srgbClr val="262C35"/>
          </a:solidFill>
          <a:ln w="12700">
            <a:solidFill>
              <a:srgbClr val="333333"/>
            </a:solidFill>
            <a:prstDash val="solid"/>
          </a:ln>
        </p:spPr>
      </p:sp>
      <p:sp>
        <p:nvSpPr>
          <p:cNvPr id="18" name="Text 16"/>
          <p:cNvSpPr txBox="1"/>
          <p:nvPr/>
        </p:nvSpPr>
        <p:spPr>
          <a:xfrm>
            <a:off x="713232"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9" name="Text 17"/>
          <p:cNvSpPr txBox="1"/>
          <p:nvPr/>
        </p:nvSpPr>
        <p:spPr>
          <a:xfrm>
            <a:off x="713232"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20" name="Shape 18"/>
          <p:cNvSpPr/>
          <p:nvPr/>
        </p:nvSpPr>
        <p:spPr>
          <a:xfrm>
            <a:off x="6233008" y="4846320"/>
            <a:ext cx="5245456" cy="12802"/>
          </a:xfrm>
          <a:prstGeom prst="rect">
            <a:avLst/>
          </a:prstGeom>
          <a:solidFill>
            <a:srgbClr val="262C35"/>
          </a:solidFill>
          <a:ln w="12700">
            <a:solidFill>
              <a:srgbClr val="333333"/>
            </a:solidFill>
            <a:prstDash val="solid"/>
          </a:ln>
        </p:spPr>
      </p:sp>
      <p:sp>
        <p:nvSpPr>
          <p:cNvPr id="21" name="Text 19"/>
          <p:cNvSpPr txBox="1"/>
          <p:nvPr/>
        </p:nvSpPr>
        <p:spPr>
          <a:xfrm>
            <a:off x="6233008" y="4974336"/>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22" name="Text 20"/>
          <p:cNvSpPr txBox="1"/>
          <p:nvPr/>
        </p:nvSpPr>
        <p:spPr>
          <a:xfrm>
            <a:off x="6233008" y="5212080"/>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4465720"/>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648600"/>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959496"/>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4465720"/>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648600"/>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959496"/>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648600"/>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959496"/>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pic>
        <p:nvPicPr>
          <p:cNvPr id="18" name="Image 1"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pic>
        <p:nvPicPr>
          <p:cNvPr id="20" name="Picture 19">
            <a:extLst>
              <a:ext uri="{FF2B5EF4-FFF2-40B4-BE49-F238E27FC236}">
                <a16:creationId xmlns:a16="http://schemas.microsoft.com/office/drawing/2014/main" id="{AFD7C2E5-68B8-18D0-4B41-0133556E7EF6}"/>
              </a:ext>
            </a:extLst>
          </p:cNvPr>
          <p:cNvPicPr>
            <a:picLocks noChangeAspect="1"/>
          </p:cNvPicPr>
          <p:nvPr/>
        </p:nvPicPr>
        <p:blipFill>
          <a:blip r:embed="rId4">
            <a:clrChange>
              <a:clrFrom>
                <a:srgbClr val="FFFFFF"/>
              </a:clrFrom>
              <a:clrTo>
                <a:srgbClr val="FFFFFF">
                  <a:alpha val="0"/>
                </a:srgbClr>
              </a:clrTo>
            </a:clrChange>
            <a:duotone>
              <a:schemeClr val="accent4">
                <a:shade val="45000"/>
                <a:satMod val="135000"/>
              </a:schemeClr>
              <a:prstClr val="white"/>
            </a:duotone>
          </a:blip>
          <a:stretch>
            <a:fillRect/>
          </a:stretch>
        </p:blipFill>
        <p:spPr>
          <a:xfrm>
            <a:off x="713232" y="4883616"/>
            <a:ext cx="1636056" cy="163605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782935" y="203807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782935" y="2641580"/>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782935" y="324508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782935" y="384858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782935" y="4452092"/>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084064"/>
            <a:ext cx="10765231" cy="1170432"/>
          </a:xfrm>
          <a:prstGeom prst="roundRect">
            <a:avLst>
              <a:gd name="adj" fmla="val 3125"/>
            </a:avLst>
          </a:prstGeom>
          <a:solidFill>
            <a:srgbClr val="1F242C"/>
          </a:solidFill>
          <a:ln w="9525">
            <a:solidFill>
              <a:srgbClr val="262C35"/>
            </a:solidFill>
            <a:prstDash val="solid"/>
          </a:ln>
        </p:spPr>
      </p:sp>
      <p:sp>
        <p:nvSpPr>
          <p:cNvPr id="18" name="Text 16"/>
          <p:cNvSpPr txBox="1"/>
          <p:nvPr/>
        </p:nvSpPr>
        <p:spPr>
          <a:xfrm>
            <a:off x="987552" y="5266944"/>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SAME AUDIENCE, TWO BUYERS</a:t>
            </a:r>
            <a:endParaRPr lang="en-US" sz="1300" dirty="0"/>
          </a:p>
        </p:txBody>
      </p:sp>
      <p:sp>
        <p:nvSpPr>
          <p:cNvPr id="19" name="Text 17"/>
          <p:cNvSpPr txBox="1"/>
          <p:nvPr/>
        </p:nvSpPr>
        <p:spPr>
          <a:xfrm>
            <a:off x="987552" y="5614416"/>
            <a:ext cx="4925416" cy="219456"/>
          </a:xfrm>
          <a:prstGeom prst="rect">
            <a:avLst/>
          </a:prstGeom>
          <a:noFill/>
          <a:ln/>
        </p:spPr>
        <p:txBody>
          <a:bodyPr wrap="square" lIns="0" tIns="0" rIns="0" bIns="0" rtlCol="0" anchor="t"/>
          <a:lstStyle/>
          <a:p>
            <a:pPr marL="0" indent="0">
              <a:buNone/>
            </a:pPr>
            <a:r>
              <a:rPr lang="en-US" sz="1150" kern="0" spc="200" dirty="0">
                <a:solidFill>
                  <a:srgbClr val="828C9A"/>
                </a:solidFill>
                <a:latin typeface="Barlow Condensed" pitchFamily="34" charset="0"/>
                <a:ea typeface="Barlow Condensed" pitchFamily="34" charset="-122"/>
                <a:cs typeface="Barlow Condensed" pitchFamily="34" charset="-120"/>
              </a:rPr>
              <a:t>TO A NATIONAL ADVERTISER</a:t>
            </a:r>
            <a:endParaRPr lang="en-US" sz="1150" dirty="0"/>
          </a:p>
        </p:txBody>
      </p:sp>
      <p:sp>
        <p:nvSpPr>
          <p:cNvPr id="20" name="Text 18"/>
          <p:cNvSpPr txBox="1"/>
          <p:nvPr/>
        </p:nvSpPr>
        <p:spPr>
          <a:xfrm>
            <a:off x="987552" y="5870448"/>
            <a:ext cx="4925416" cy="365760"/>
          </a:xfrm>
          <a:prstGeom prst="rect">
            <a:avLst/>
          </a:prstGeom>
          <a:noFill/>
          <a:ln/>
        </p:spPr>
        <p:txBody>
          <a:bodyPr wrap="square" lIns="0" tIns="0" rIns="0" bIns="0" rtlCol="0" anchor="t"/>
          <a:lstStyle/>
          <a:p>
            <a:pPr marL="0" indent="0">
              <a:lnSpc>
                <a:spcPts val="1800"/>
              </a:lnSpc>
              <a:buNone/>
            </a:pPr>
            <a:r>
              <a:rPr lang="en-US" sz="1350" dirty="0">
                <a:solidFill>
                  <a:srgbClr val="828C9A"/>
                </a:solidFill>
                <a:latin typeface="Barlow" pitchFamily="34" charset="0"/>
                <a:ea typeface="Barlow" pitchFamily="34" charset="-122"/>
                <a:cs typeface="Barlow" pitchFamily="34" charset="-120"/>
              </a:rPr>
              <a:t>Close to worthless, which is why nobody bids for it</a:t>
            </a:r>
            <a:endParaRPr lang="en-US" sz="1350" dirty="0"/>
          </a:p>
        </p:txBody>
      </p:sp>
      <p:sp>
        <p:nvSpPr>
          <p:cNvPr id="21" name="Text 19"/>
          <p:cNvSpPr txBox="1"/>
          <p:nvPr/>
        </p:nvSpPr>
        <p:spPr>
          <a:xfrm>
            <a:off x="6278728" y="5614416"/>
            <a:ext cx="4925416" cy="219456"/>
          </a:xfrm>
          <a:prstGeom prst="rect">
            <a:avLst/>
          </a:prstGeom>
          <a:noFill/>
          <a:ln/>
        </p:spPr>
        <p:txBody>
          <a:bodyPr wrap="square" lIns="0" tIns="0" rIns="0" bIns="0" rtlCol="0" anchor="t"/>
          <a:lstStyle/>
          <a:p>
            <a:pPr marL="0" indent="0">
              <a:buNone/>
            </a:pPr>
            <a:r>
              <a:rPr lang="en-US" sz="1150" kern="0" spc="200" dirty="0">
                <a:solidFill>
                  <a:srgbClr val="FFB020"/>
                </a:solidFill>
                <a:latin typeface="Barlow Condensed" pitchFamily="34" charset="0"/>
                <a:ea typeface="Barlow Condensed" pitchFamily="34" charset="-122"/>
                <a:cs typeface="Barlow Condensed" pitchFamily="34" charset="-120"/>
              </a:rPr>
              <a:t>TO THE CLINIC TWO STREETS AWAY</a:t>
            </a:r>
            <a:endParaRPr lang="en-US" sz="1150" dirty="0"/>
          </a:p>
        </p:txBody>
      </p:sp>
      <p:sp>
        <p:nvSpPr>
          <p:cNvPr id="22" name="Text 20"/>
          <p:cNvSpPr txBox="1"/>
          <p:nvPr/>
        </p:nvSpPr>
        <p:spPr>
          <a:xfrm>
            <a:off x="6278728" y="5870448"/>
            <a:ext cx="4925416" cy="365760"/>
          </a:xfrm>
          <a:prstGeom prst="rect">
            <a:avLst/>
          </a:prstGeom>
          <a:noFill/>
          <a:ln/>
        </p:spPr>
        <p:txBody>
          <a:bodyPr wrap="square" lIns="0" tIns="0" rIns="0" bIns="0" rtlCol="0" anchor="t"/>
          <a:lstStyle/>
          <a:p>
            <a:pPr marL="0" indent="0">
              <a:lnSpc>
                <a:spcPts val="1800"/>
              </a:lnSpc>
              <a:buNone/>
            </a:pPr>
            <a:r>
              <a:rPr lang="en-US" sz="1350" dirty="0">
                <a:solidFill>
                  <a:srgbClr val="F2F4F7"/>
                </a:solidFill>
                <a:latin typeface="Barlow" pitchFamily="34" charset="0"/>
                <a:ea typeface="Barlow" pitchFamily="34" charset="-122"/>
                <a:cs typeface="Barlow" pitchFamily="34" charset="-120"/>
              </a:rPr>
              <a:t>The only thing worth buying, and no other way to buy it</a:t>
            </a:r>
            <a:endParaRPr lang="en-US" sz="1350" dirty="0"/>
          </a:p>
        </p:txBody>
      </p:sp>
      <p:sp>
        <p:nvSpPr>
          <p:cNvPr id="23" name="Text 2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extLst>
              <p:ext uri="{D42A27DB-BD31-4B8C-83A1-F6EECF244321}">
                <p14:modId xmlns:p14="http://schemas.microsoft.com/office/powerpoint/2010/main" val="4121323416"/>
              </p:ext>
            </p:extLst>
          </p:nvPr>
        </p:nvGraphicFramePr>
        <p:xfrm>
          <a:off x="713232" y="1509623"/>
          <a:ext cx="7589520" cy="4986068"/>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3344570"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4423562" y="1956816"/>
            <a:ext cx="3344570"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4679594"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4679594"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4679594"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8133893" y="1956816"/>
            <a:ext cx="3344570"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8389925" y="2176272"/>
            <a:ext cx="2832506"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4" name="Text 12"/>
          <p:cNvSpPr txBox="1"/>
          <p:nvPr/>
        </p:nvSpPr>
        <p:spPr>
          <a:xfrm>
            <a:off x="8389925" y="3054096"/>
            <a:ext cx="2832506"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5" name="Text 13"/>
          <p:cNvSpPr txBox="1"/>
          <p:nvPr/>
        </p:nvSpPr>
        <p:spPr>
          <a:xfrm>
            <a:off x="8389925" y="3547872"/>
            <a:ext cx="2832506"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16" name="Text 14"/>
          <p:cNvSpPr txBox="1"/>
          <p:nvPr/>
        </p:nvSpPr>
        <p:spPr>
          <a:xfrm>
            <a:off x="713232" y="4480560"/>
            <a:ext cx="59436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BUILD ORDER, AND IT IS THE OPPOSITE OF THE OBVIOUS ONE</a:t>
            </a:r>
            <a:endParaRPr lang="en-US" sz="1300" dirty="0"/>
          </a:p>
        </p:txBody>
      </p:sp>
      <p:sp>
        <p:nvSpPr>
          <p:cNvPr id="17" name="Shape 15"/>
          <p:cNvSpPr/>
          <p:nvPr/>
        </p:nvSpPr>
        <p:spPr>
          <a:xfrm>
            <a:off x="713232" y="4773168"/>
            <a:ext cx="3283610" cy="914400"/>
          </a:xfrm>
          <a:prstGeom prst="roundRect">
            <a:avLst>
              <a:gd name="adj" fmla="val 4000"/>
            </a:avLst>
          </a:prstGeom>
          <a:solidFill>
            <a:srgbClr val="171A20"/>
          </a:solidFill>
          <a:ln w="9525">
            <a:solidFill>
              <a:srgbClr val="262C35"/>
            </a:solidFill>
            <a:prstDash val="solid"/>
          </a:ln>
        </p:spPr>
      </p:sp>
      <p:sp>
        <p:nvSpPr>
          <p:cNvPr id="18" name="Text 16"/>
          <p:cNvSpPr txBox="1"/>
          <p:nvPr/>
        </p:nvSpPr>
        <p:spPr>
          <a:xfrm>
            <a:off x="950976" y="4937760"/>
            <a:ext cx="2808122" cy="256032"/>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01</a:t>
            </a:r>
            <a:r>
              <a:rPr lang="en-US" sz="1500" kern="0" spc="180" dirty="0">
                <a:solidFill>
                  <a:srgbClr val="F2F4F7"/>
                </a:solidFill>
                <a:latin typeface="Barlow Condensed" pitchFamily="34" charset="0"/>
                <a:ea typeface="Barlow Condensed" pitchFamily="34" charset="-122"/>
                <a:cs typeface="Barlow Condensed" pitchFamily="34" charset="-120"/>
              </a:rPr>
              <a:t>   PAYMENT RAIL</a:t>
            </a:r>
            <a:endParaRPr lang="en-US" sz="1500" dirty="0"/>
          </a:p>
        </p:txBody>
      </p:sp>
      <p:sp>
        <p:nvSpPr>
          <p:cNvPr id="19" name="Text 17"/>
          <p:cNvSpPr txBox="1"/>
          <p:nvPr/>
        </p:nvSpPr>
        <p:spPr>
          <a:xfrm>
            <a:off x="950976"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Stripe Connect, KYC and payouts. Everything else sits on top of it.</a:t>
            </a:r>
            <a:endParaRPr lang="en-US" sz="1150" dirty="0"/>
          </a:p>
        </p:txBody>
      </p:sp>
      <p:sp>
        <p:nvSpPr>
          <p:cNvPr id="20" name="Text 18"/>
          <p:cNvSpPr txBox="1"/>
          <p:nvPr/>
        </p:nvSpPr>
        <p:spPr>
          <a:xfrm>
            <a:off x="4033418" y="5047488"/>
            <a:ext cx="384048" cy="457200"/>
          </a:xfrm>
          <a:prstGeom prst="rect">
            <a:avLst/>
          </a:prstGeom>
          <a:noFill/>
          <a:ln/>
        </p:spPr>
        <p:txBody>
          <a:bodyPr wrap="square" lIns="0" tIns="0" rIns="0" bIns="0" rtlCol="0" anchor="t"/>
          <a:lstStyle/>
          <a:p>
            <a:pPr marL="0" indent="0" algn="ctr">
              <a:buNone/>
            </a:pPr>
            <a:r>
              <a:rPr lang="en-US" sz="2400" dirty="0">
                <a:solidFill>
                  <a:srgbClr val="828C9A"/>
                </a:solidFill>
                <a:latin typeface="Barlow Condensed" pitchFamily="34" charset="0"/>
                <a:ea typeface="Barlow Condensed" pitchFamily="34" charset="-122"/>
                <a:cs typeface="Barlow Condensed" pitchFamily="34" charset="-120"/>
              </a:rPr>
              <a:t>›</a:t>
            </a:r>
            <a:endParaRPr lang="en-US" sz="2400" dirty="0"/>
          </a:p>
        </p:txBody>
      </p:sp>
      <p:sp>
        <p:nvSpPr>
          <p:cNvPr id="21" name="Shape 19"/>
          <p:cNvSpPr/>
          <p:nvPr/>
        </p:nvSpPr>
        <p:spPr>
          <a:xfrm>
            <a:off x="4454042" y="4773168"/>
            <a:ext cx="3283610" cy="914400"/>
          </a:xfrm>
          <a:prstGeom prst="roundRect">
            <a:avLst>
              <a:gd name="adj" fmla="val 4000"/>
            </a:avLst>
          </a:prstGeom>
          <a:solidFill>
            <a:srgbClr val="1F242C"/>
          </a:solidFill>
          <a:ln w="9525">
            <a:solidFill>
              <a:srgbClr val="262C35"/>
            </a:solidFill>
            <a:prstDash val="solid"/>
          </a:ln>
        </p:spPr>
      </p:sp>
      <p:sp>
        <p:nvSpPr>
          <p:cNvPr id="22" name="Text 20"/>
          <p:cNvSpPr txBox="1"/>
          <p:nvPr/>
        </p:nvSpPr>
        <p:spPr>
          <a:xfrm>
            <a:off x="4691786" y="4937760"/>
            <a:ext cx="2808122" cy="256032"/>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r>
              <a:rPr lang="en-US" sz="1500" kern="0" spc="180" dirty="0">
                <a:solidFill>
                  <a:srgbClr val="F2F4F7"/>
                </a:solidFill>
                <a:latin typeface="Barlow Condensed" pitchFamily="34" charset="0"/>
                <a:ea typeface="Barlow Condensed" pitchFamily="34" charset="-122"/>
                <a:cs typeface="Barlow Condensed" pitchFamily="34" charset="-120"/>
              </a:rPr>
              <a:t>   SPONSORSHIP BILLING</a:t>
            </a:r>
            <a:endParaRPr lang="en-US" sz="1500" dirty="0"/>
          </a:p>
        </p:txBody>
      </p:sp>
      <p:sp>
        <p:nvSpPr>
          <p:cNvPr id="23" name="Text 21"/>
          <p:cNvSpPr txBox="1"/>
          <p:nvPr/>
        </p:nvSpPr>
        <p:spPr>
          <a:xfrm>
            <a:off x="4691786"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No moderation. No safeguarding. No media egress. Invoiced against a signed deal.</a:t>
            </a:r>
            <a:endParaRPr lang="en-US" sz="1150" dirty="0"/>
          </a:p>
        </p:txBody>
      </p:sp>
      <p:sp>
        <p:nvSpPr>
          <p:cNvPr id="24" name="Text 22"/>
          <p:cNvSpPr txBox="1"/>
          <p:nvPr/>
        </p:nvSpPr>
        <p:spPr>
          <a:xfrm>
            <a:off x="7774229" y="5047488"/>
            <a:ext cx="384048" cy="457200"/>
          </a:xfrm>
          <a:prstGeom prst="rect">
            <a:avLst/>
          </a:prstGeom>
          <a:noFill/>
          <a:ln/>
        </p:spPr>
        <p:txBody>
          <a:bodyPr wrap="square" lIns="0" tIns="0" rIns="0" bIns="0" rtlCol="0" anchor="t"/>
          <a:lstStyle/>
          <a:p>
            <a:pPr marL="0" indent="0" algn="ctr">
              <a:buNone/>
            </a:pPr>
            <a:r>
              <a:rPr lang="en-US" sz="2400" dirty="0">
                <a:solidFill>
                  <a:srgbClr val="828C9A"/>
                </a:solidFill>
                <a:latin typeface="Barlow Condensed" pitchFamily="34" charset="0"/>
                <a:ea typeface="Barlow Condensed" pitchFamily="34" charset="-122"/>
                <a:cs typeface="Barlow Condensed" pitchFamily="34" charset="-120"/>
              </a:rPr>
              <a:t>›</a:t>
            </a:r>
            <a:endParaRPr lang="en-US" sz="2400" dirty="0"/>
          </a:p>
        </p:txBody>
      </p:sp>
      <p:sp>
        <p:nvSpPr>
          <p:cNvPr id="25" name="Shape 23"/>
          <p:cNvSpPr/>
          <p:nvPr/>
        </p:nvSpPr>
        <p:spPr>
          <a:xfrm>
            <a:off x="8194853" y="4773168"/>
            <a:ext cx="3283610" cy="914400"/>
          </a:xfrm>
          <a:prstGeom prst="roundRect">
            <a:avLst>
              <a:gd name="adj" fmla="val 4000"/>
            </a:avLst>
          </a:prstGeom>
          <a:solidFill>
            <a:srgbClr val="171A20"/>
          </a:solidFill>
          <a:ln w="9525">
            <a:solidFill>
              <a:srgbClr val="262C35"/>
            </a:solidFill>
            <a:prstDash val="solid"/>
          </a:ln>
        </p:spPr>
      </p:sp>
      <p:sp>
        <p:nvSpPr>
          <p:cNvPr id="26" name="Text 24"/>
          <p:cNvSpPr txBox="1"/>
          <p:nvPr/>
        </p:nvSpPr>
        <p:spPr>
          <a:xfrm>
            <a:off x="8432597" y="4937760"/>
            <a:ext cx="2808122" cy="256032"/>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03</a:t>
            </a:r>
            <a:r>
              <a:rPr lang="en-US" sz="1500" kern="0" spc="180" dirty="0">
                <a:solidFill>
                  <a:srgbClr val="F2F4F7"/>
                </a:solidFill>
                <a:latin typeface="Barlow Condensed" pitchFamily="34" charset="0"/>
                <a:ea typeface="Barlow Condensed" pitchFamily="34" charset="-122"/>
                <a:cs typeface="Barlow Condensed" pitchFamily="34" charset="-120"/>
              </a:rPr>
              <a:t>   FAN TIER</a:t>
            </a:r>
            <a:endParaRPr lang="en-US" sz="1500" dirty="0"/>
          </a:p>
        </p:txBody>
      </p:sp>
      <p:sp>
        <p:nvSpPr>
          <p:cNvPr id="27" name="Text 25"/>
          <p:cNvSpPr txBox="1"/>
          <p:nvPr/>
        </p:nvSpPr>
        <p:spPr>
          <a:xfrm>
            <a:off x="8432597" y="5212080"/>
            <a:ext cx="2808122" cy="402336"/>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Needs all three of those, so it ships last and earns from Y2.</a:t>
            </a:r>
            <a:endParaRPr lang="en-US" sz="1150" dirty="0"/>
          </a:p>
        </p:txBody>
      </p:sp>
      <p:sp>
        <p:nvSpPr>
          <p:cNvPr id="28" name="Text 26"/>
          <p:cNvSpPr txBox="1"/>
          <p:nvPr/>
        </p:nvSpPr>
        <p:spPr>
          <a:xfrm>
            <a:off x="713232" y="5833872"/>
            <a:ext cx="10765231" cy="347472"/>
          </a:xfrm>
          <a:prstGeom prst="rect">
            <a:avLst/>
          </a:prstGeom>
          <a:noFill/>
          <a:ln/>
        </p:spPr>
        <p:txBody>
          <a:bodyPr wrap="square" lIns="0" tIns="0" rIns="0" bIns="0" rtlCol="0" anchor="t"/>
          <a:lstStyle/>
          <a:p>
            <a:pPr marL="0" indent="0">
              <a:lnSpc>
                <a:spcPts val="1900"/>
              </a:lnSpc>
              <a:buNone/>
            </a:pPr>
            <a:r>
              <a:rPr lang="en-US" sz="1400" dirty="0">
                <a:solidFill>
                  <a:srgbClr val="F2F4F7"/>
                </a:solidFill>
                <a:latin typeface="Barlow" pitchFamily="34" charset="0"/>
                <a:ea typeface="Barlow" pitchFamily="34" charset="-122"/>
                <a:cs typeface="Barlow" pitchFamily="34" charset="-120"/>
              </a:rPr>
              <a:t>The cheapest of the three to build is the only one that earns inside the first year.</a:t>
            </a:r>
            <a:endParaRPr lang="en-US" sz="140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grpSp>
        <p:nvGrpSpPr>
          <p:cNvPr id="31" name="Group 30">
            <a:extLst>
              <a:ext uri="{FF2B5EF4-FFF2-40B4-BE49-F238E27FC236}">
                <a16:creationId xmlns:a16="http://schemas.microsoft.com/office/drawing/2014/main" id="{294DF88F-7EF9-089C-888E-4CE131B19302}"/>
              </a:ext>
            </a:extLst>
          </p:cNvPr>
          <p:cNvGrpSpPr/>
          <p:nvPr/>
        </p:nvGrpSpPr>
        <p:grpSpPr>
          <a:xfrm>
            <a:off x="713232" y="1938527"/>
            <a:ext cx="10765231" cy="3189653"/>
            <a:chOff x="713232" y="1938528"/>
            <a:chExt cx="10765231" cy="2103120"/>
          </a:xfrm>
        </p:grpSpPr>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grpSp>
      <p:sp>
        <p:nvSpPr>
          <p:cNvPr id="26" name="Text 24"/>
          <p:cNvSpPr txBox="1"/>
          <p:nvPr/>
        </p:nvSpPr>
        <p:spPr>
          <a:xfrm>
            <a:off x="713232" y="546057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627425"/>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535985"/>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3600" kern="0" spc="340" dirty="0">
                <a:solidFill>
                  <a:srgbClr val="FFB020"/>
                </a:solidFill>
                <a:latin typeface="Barlow Condensed" pitchFamily="34" charset="0"/>
                <a:ea typeface="Barlow Condensed" pitchFamily="34" charset="-122"/>
                <a:cs typeface="Barlow Condensed" pitchFamily="34" charset="-120"/>
              </a:rPr>
              <a:t>APPENDIX</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−30%, monetise −25%, churn at benchmark</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R2</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Churn is at benchmark, not 45% better</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Measure early, on one athlete, before the extension. The model understates this</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R3</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Athlete acquisition slower than modelled</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Club and federation channels are multiplicative: one conversation is 20 to 40 athletes</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0.06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TotalTime>
  <Words>7083</Words>
  <Application>Microsoft Office PowerPoint</Application>
  <PresentationFormat>Widescreen</PresentationFormat>
  <Paragraphs>530</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2026-10-11T22:52:53Z</dcterms:created>
  <dcterms:modified xsi:type="dcterms:W3CDTF">2026-10-11T23:09:32Z</dcterms:modified>
</cp:coreProperties>
</file>